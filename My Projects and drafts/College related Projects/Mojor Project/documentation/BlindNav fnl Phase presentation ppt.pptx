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5" r:id="rId2"/>
    <p:sldId id="267" r:id="rId3"/>
    <p:sldId id="285" r:id="rId4"/>
    <p:sldId id="301" r:id="rId5"/>
    <p:sldId id="302" r:id="rId6"/>
    <p:sldId id="309" r:id="rId7"/>
    <p:sldId id="296" r:id="rId8"/>
    <p:sldId id="305" r:id="rId9"/>
    <p:sldId id="286" r:id="rId10"/>
    <p:sldId id="269" r:id="rId11"/>
    <p:sldId id="303" r:id="rId12"/>
    <p:sldId id="270" r:id="rId13"/>
    <p:sldId id="310" r:id="rId14"/>
    <p:sldId id="271" r:id="rId15"/>
    <p:sldId id="274" r:id="rId16"/>
    <p:sldId id="291" r:id="rId17"/>
    <p:sldId id="281" r:id="rId18"/>
    <p:sldId id="311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F521C6-AA26-4A05-8191-E019419AB047}" v="19" dt="2026-01-08T04:46:27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arthik" userId="263ebe10101821a6" providerId="LiveId" clId="{B3A181D8-FF3B-497E-B5F4-1E6D2013B97D}"/>
    <pc:docChg chg="undo custSel addSld delSld modSld sldOrd delSection">
      <pc:chgData name="abhinav karthik" userId="263ebe10101821a6" providerId="LiveId" clId="{B3A181D8-FF3B-497E-B5F4-1E6D2013B97D}" dt="2026-01-08T04:46:36.632" v="245" actId="20577"/>
      <pc:docMkLst>
        <pc:docMk/>
      </pc:docMkLst>
      <pc:sldChg chg="modSp mod">
        <pc:chgData name="abhinav karthik" userId="263ebe10101821a6" providerId="LiveId" clId="{B3A181D8-FF3B-497E-B5F4-1E6D2013B97D}" dt="2026-01-08T04:33:10.384" v="238" actId="2711"/>
        <pc:sldMkLst>
          <pc:docMk/>
          <pc:sldMk cId="0" sldId="265"/>
        </pc:sldMkLst>
        <pc:spChg chg="mod">
          <ac:chgData name="abhinav karthik" userId="263ebe10101821a6" providerId="LiveId" clId="{B3A181D8-FF3B-497E-B5F4-1E6D2013B97D}" dt="2026-01-08T04:33:10.384" v="238" actId="2711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abhinav karthik" userId="263ebe10101821a6" providerId="LiveId" clId="{B3A181D8-FF3B-497E-B5F4-1E6D2013B97D}" dt="2026-01-08T04:46:36.632" v="245" actId="20577"/>
        <pc:sldMkLst>
          <pc:docMk/>
          <pc:sldMk cId="0" sldId="267"/>
        </pc:sldMkLst>
        <pc:spChg chg="mod">
          <ac:chgData name="abhinav karthik" userId="263ebe10101821a6" providerId="LiveId" clId="{B3A181D8-FF3B-497E-B5F4-1E6D2013B97D}" dt="2026-01-08T04:46:36.632" v="245" actId="20577"/>
          <ac:spMkLst>
            <pc:docMk/>
            <pc:sldMk cId="0" sldId="267"/>
            <ac:spMk id="11" creationId="{00000000-0000-0000-0000-000000000000}"/>
          </ac:spMkLst>
        </pc:spChg>
      </pc:sldChg>
      <pc:sldChg chg="del">
        <pc:chgData name="abhinav karthik" userId="263ebe10101821a6" providerId="LiveId" clId="{B3A181D8-FF3B-497E-B5F4-1E6D2013B97D}" dt="2026-01-08T01:49:50.208" v="104" actId="47"/>
        <pc:sldMkLst>
          <pc:docMk/>
          <pc:sldMk cId="0" sldId="268"/>
        </pc:sldMkLst>
      </pc:sldChg>
      <pc:sldChg chg="modSp mod">
        <pc:chgData name="abhinav karthik" userId="263ebe10101821a6" providerId="LiveId" clId="{B3A181D8-FF3B-497E-B5F4-1E6D2013B97D}" dt="2026-01-08T01:54:44.115" v="144" actId="20577"/>
        <pc:sldMkLst>
          <pc:docMk/>
          <pc:sldMk cId="0" sldId="269"/>
        </pc:sldMkLst>
        <pc:spChg chg="mod">
          <ac:chgData name="abhinav karthik" userId="263ebe10101821a6" providerId="LiveId" clId="{B3A181D8-FF3B-497E-B5F4-1E6D2013B97D}" dt="2026-01-08T01:54:44.115" v="144" actId="20577"/>
          <ac:spMkLst>
            <pc:docMk/>
            <pc:sldMk cId="0" sldId="269"/>
            <ac:spMk id="2" creationId="{E3478277-C3CD-7FC7-8278-81E08B0E7567}"/>
          </ac:spMkLst>
        </pc:spChg>
      </pc:sldChg>
      <pc:sldChg chg="modSp mod">
        <pc:chgData name="abhinav karthik" userId="263ebe10101821a6" providerId="LiveId" clId="{B3A181D8-FF3B-497E-B5F4-1E6D2013B97D}" dt="2026-01-08T01:58:28.157" v="163" actId="1076"/>
        <pc:sldMkLst>
          <pc:docMk/>
          <pc:sldMk cId="0" sldId="270"/>
        </pc:sldMkLst>
        <pc:spChg chg="mod">
          <ac:chgData name="abhinav karthik" userId="263ebe10101821a6" providerId="LiveId" clId="{B3A181D8-FF3B-497E-B5F4-1E6D2013B97D}" dt="2026-01-08T01:58:28.157" v="163" actId="1076"/>
          <ac:spMkLst>
            <pc:docMk/>
            <pc:sldMk cId="0" sldId="270"/>
            <ac:spMk id="3" creationId="{8FDC46F7-706D-666D-59BC-00F347C3487D}"/>
          </ac:spMkLst>
        </pc:spChg>
      </pc:sldChg>
      <pc:sldChg chg="modSp mod">
        <pc:chgData name="abhinav karthik" userId="263ebe10101821a6" providerId="LiveId" clId="{B3A181D8-FF3B-497E-B5F4-1E6D2013B97D}" dt="2026-01-08T02:01:40.929" v="191" actId="1076"/>
        <pc:sldMkLst>
          <pc:docMk/>
          <pc:sldMk cId="0" sldId="271"/>
        </pc:sldMkLst>
        <pc:spChg chg="mod">
          <ac:chgData name="abhinav karthik" userId="263ebe10101821a6" providerId="LiveId" clId="{B3A181D8-FF3B-497E-B5F4-1E6D2013B97D}" dt="2026-01-08T02:01:25.637" v="188" actId="1076"/>
          <ac:spMkLst>
            <pc:docMk/>
            <pc:sldMk cId="0" sldId="271"/>
            <ac:spMk id="3" creationId="{B49661F8-8EC7-424D-1612-AA2BC1658EEC}"/>
          </ac:spMkLst>
        </pc:spChg>
        <pc:spChg chg="mod">
          <ac:chgData name="abhinav karthik" userId="263ebe10101821a6" providerId="LiveId" clId="{B3A181D8-FF3B-497E-B5F4-1E6D2013B97D}" dt="2026-01-08T02:01:40.929" v="191" actId="1076"/>
          <ac:spMkLst>
            <pc:docMk/>
            <pc:sldMk cId="0" sldId="271"/>
            <ac:spMk id="10" creationId="{00000000-0000-0000-0000-000000000000}"/>
          </ac:spMkLst>
        </pc:spChg>
      </pc:sldChg>
      <pc:sldChg chg="ord">
        <pc:chgData name="abhinav karthik" userId="263ebe10101821a6" providerId="LiveId" clId="{B3A181D8-FF3B-497E-B5F4-1E6D2013B97D}" dt="2026-01-08T01:35:38.816" v="3"/>
        <pc:sldMkLst>
          <pc:docMk/>
          <pc:sldMk cId="0" sldId="285"/>
        </pc:sldMkLst>
      </pc:sldChg>
      <pc:sldChg chg="modSp mod ord">
        <pc:chgData name="abhinav karthik" userId="263ebe10101821a6" providerId="LiveId" clId="{B3A181D8-FF3B-497E-B5F4-1E6D2013B97D}" dt="2026-01-08T01:52:55.950" v="133" actId="122"/>
        <pc:sldMkLst>
          <pc:docMk/>
          <pc:sldMk cId="0" sldId="286"/>
        </pc:sldMkLst>
        <pc:spChg chg="mod">
          <ac:chgData name="abhinav karthik" userId="263ebe10101821a6" providerId="LiveId" clId="{B3A181D8-FF3B-497E-B5F4-1E6D2013B97D}" dt="2026-01-08T01:52:55.950" v="133" actId="122"/>
          <ac:spMkLst>
            <pc:docMk/>
            <pc:sldMk cId="0" sldId="286"/>
            <ac:spMk id="10" creationId="{0AF0E359-487B-1F57-7BA2-F3CC3F3073B7}"/>
          </ac:spMkLst>
        </pc:spChg>
      </pc:sldChg>
      <pc:sldChg chg="del">
        <pc:chgData name="abhinav karthik" userId="263ebe10101821a6" providerId="LiveId" clId="{B3A181D8-FF3B-497E-B5F4-1E6D2013B97D}" dt="2026-01-08T01:52:21.229" v="130" actId="47"/>
        <pc:sldMkLst>
          <pc:docMk/>
          <pc:sldMk cId="0" sldId="288"/>
        </pc:sldMkLst>
      </pc:sldChg>
      <pc:sldChg chg="modSp mod">
        <pc:chgData name="abhinav karthik" userId="263ebe10101821a6" providerId="LiveId" clId="{B3A181D8-FF3B-497E-B5F4-1E6D2013B97D}" dt="2026-01-08T02:04:08.504" v="202" actId="20577"/>
        <pc:sldMkLst>
          <pc:docMk/>
          <pc:sldMk cId="1538624347" sldId="291"/>
        </pc:sldMkLst>
        <pc:spChg chg="mod">
          <ac:chgData name="abhinav karthik" userId="263ebe10101821a6" providerId="LiveId" clId="{B3A181D8-FF3B-497E-B5F4-1E6D2013B97D}" dt="2026-01-08T02:04:08.504" v="202" actId="20577"/>
          <ac:spMkLst>
            <pc:docMk/>
            <pc:sldMk cId="1538624347" sldId="291"/>
            <ac:spMk id="10" creationId="{CE8D2688-8BE5-2EC8-E650-411DA9566D92}"/>
          </ac:spMkLst>
        </pc:spChg>
      </pc:sldChg>
      <pc:sldChg chg="delSp modSp mod ord">
        <pc:chgData name="abhinav karthik" userId="263ebe10101821a6" providerId="LiveId" clId="{B3A181D8-FF3B-497E-B5F4-1E6D2013B97D}" dt="2026-01-08T02:02:52.211" v="195"/>
        <pc:sldMkLst>
          <pc:docMk/>
          <pc:sldMk cId="274538723" sldId="296"/>
        </pc:sldMkLst>
        <pc:spChg chg="mod">
          <ac:chgData name="abhinav karthik" userId="263ebe10101821a6" providerId="LiveId" clId="{B3A181D8-FF3B-497E-B5F4-1E6D2013B97D}" dt="2026-01-08T01:49:23.073" v="103" actId="2710"/>
          <ac:spMkLst>
            <pc:docMk/>
            <pc:sldMk cId="274538723" sldId="296"/>
            <ac:spMk id="3" creationId="{C6A904E7-BB42-34AA-D4E7-8EA8366D2DBD}"/>
          </ac:spMkLst>
        </pc:spChg>
        <pc:spChg chg="mod">
          <ac:chgData name="abhinav karthik" userId="263ebe10101821a6" providerId="LiveId" clId="{B3A181D8-FF3B-497E-B5F4-1E6D2013B97D}" dt="2026-01-08T01:49:06.174" v="100" actId="122"/>
          <ac:spMkLst>
            <pc:docMk/>
            <pc:sldMk cId="274538723" sldId="296"/>
            <ac:spMk id="10" creationId="{00000000-0000-0000-0000-000000000000}"/>
          </ac:spMkLst>
        </pc:spChg>
        <pc:picChg chg="del">
          <ac:chgData name="abhinav karthik" userId="263ebe10101821a6" providerId="LiveId" clId="{B3A181D8-FF3B-497E-B5F4-1E6D2013B97D}" dt="2026-01-08T01:49:11.970" v="101" actId="478"/>
          <ac:picMkLst>
            <pc:docMk/>
            <pc:sldMk cId="274538723" sldId="296"/>
            <ac:picMk id="1026" creationId="{00000000-0000-0000-0000-000000000000}"/>
          </ac:picMkLst>
        </pc:picChg>
      </pc:sldChg>
      <pc:sldChg chg="modSp mod">
        <pc:chgData name="abhinav karthik" userId="263ebe10101821a6" providerId="LiveId" clId="{B3A181D8-FF3B-497E-B5F4-1E6D2013B97D}" dt="2026-01-08T01:46:28.805" v="86" actId="2710"/>
        <pc:sldMkLst>
          <pc:docMk/>
          <pc:sldMk cId="139119019" sldId="302"/>
        </pc:sldMkLst>
        <pc:spChg chg="mod">
          <ac:chgData name="abhinav karthik" userId="263ebe10101821a6" providerId="LiveId" clId="{B3A181D8-FF3B-497E-B5F4-1E6D2013B97D}" dt="2026-01-08T01:46:28.805" v="86" actId="2710"/>
          <ac:spMkLst>
            <pc:docMk/>
            <pc:sldMk cId="139119019" sldId="302"/>
            <ac:spMk id="5" creationId="{EA243020-8D71-B974-27D4-E52AA392911D}"/>
          </ac:spMkLst>
        </pc:spChg>
        <pc:spChg chg="mod">
          <ac:chgData name="abhinav karthik" userId="263ebe10101821a6" providerId="LiveId" clId="{B3A181D8-FF3B-497E-B5F4-1E6D2013B97D}" dt="2026-01-08T01:43:04.647" v="77" actId="1076"/>
          <ac:spMkLst>
            <pc:docMk/>
            <pc:sldMk cId="139119019" sldId="302"/>
            <ac:spMk id="10" creationId="{00000000-0000-0000-0000-000000000000}"/>
          </ac:spMkLst>
        </pc:spChg>
      </pc:sldChg>
      <pc:sldChg chg="add del ord">
        <pc:chgData name="abhinav karthik" userId="263ebe10101821a6" providerId="LiveId" clId="{B3A181D8-FF3B-497E-B5F4-1E6D2013B97D}" dt="2026-01-08T01:54:12.896" v="137"/>
        <pc:sldMkLst>
          <pc:docMk/>
          <pc:sldMk cId="3475280489" sldId="303"/>
        </pc:sldMkLst>
      </pc:sldChg>
      <pc:sldChg chg="del">
        <pc:chgData name="abhinav karthik" userId="263ebe10101821a6" providerId="LiveId" clId="{B3A181D8-FF3B-497E-B5F4-1E6D2013B97D}" dt="2026-01-08T01:52:42.349" v="131" actId="47"/>
        <pc:sldMkLst>
          <pc:docMk/>
          <pc:sldMk cId="2770019086" sldId="304"/>
        </pc:sldMkLst>
      </pc:sldChg>
      <pc:sldChg chg="modSp mod ord">
        <pc:chgData name="abhinav karthik" userId="263ebe10101821a6" providerId="LiveId" clId="{B3A181D8-FF3B-497E-B5F4-1E6D2013B97D}" dt="2026-01-08T02:03:28.602" v="201" actId="255"/>
        <pc:sldMkLst>
          <pc:docMk/>
          <pc:sldMk cId="1214834944" sldId="305"/>
        </pc:sldMkLst>
        <pc:spChg chg="mod">
          <ac:chgData name="abhinav karthik" userId="263ebe10101821a6" providerId="LiveId" clId="{B3A181D8-FF3B-497E-B5F4-1E6D2013B97D}" dt="2026-01-08T02:03:28.602" v="201" actId="255"/>
          <ac:spMkLst>
            <pc:docMk/>
            <pc:sldMk cId="1214834944" sldId="305"/>
            <ac:spMk id="15" creationId="{00000000-0000-0000-0000-000000000000}"/>
          </ac:spMkLst>
        </pc:spChg>
      </pc:sldChg>
      <pc:sldChg chg="del">
        <pc:chgData name="abhinav karthik" userId="263ebe10101821a6" providerId="LiveId" clId="{B3A181D8-FF3B-497E-B5F4-1E6D2013B97D}" dt="2026-01-08T02:04:29.564" v="203" actId="47"/>
        <pc:sldMkLst>
          <pc:docMk/>
          <pc:sldMk cId="1692757234" sldId="306"/>
        </pc:sldMkLst>
      </pc:sldChg>
      <pc:sldChg chg="new del">
        <pc:chgData name="abhinav karthik" userId="263ebe10101821a6" providerId="LiveId" clId="{B3A181D8-FF3B-497E-B5F4-1E6D2013B97D}" dt="2026-01-08T01:35:56.688" v="5" actId="47"/>
        <pc:sldMkLst>
          <pc:docMk/>
          <pc:sldMk cId="1070446681" sldId="307"/>
        </pc:sldMkLst>
      </pc:sldChg>
      <pc:sldChg chg="addSp delSp modSp add del mod">
        <pc:chgData name="abhinav karthik" userId="263ebe10101821a6" providerId="LiveId" clId="{B3A181D8-FF3B-497E-B5F4-1E6D2013B97D}" dt="2026-01-08T04:33:39.892" v="240" actId="47"/>
        <pc:sldMkLst>
          <pc:docMk/>
          <pc:sldMk cId="3609098732" sldId="307"/>
        </pc:sldMkLst>
        <pc:spChg chg="mod">
          <ac:chgData name="abhinav karthik" userId="263ebe10101821a6" providerId="LiveId" clId="{B3A181D8-FF3B-497E-B5F4-1E6D2013B97D}" dt="2026-01-08T01:36:28.399" v="31" actId="122"/>
          <ac:spMkLst>
            <pc:docMk/>
            <pc:sldMk cId="3609098732" sldId="307"/>
            <ac:spMk id="10" creationId="{89161588-CB2F-1ABF-7895-A908EB7438B2}"/>
          </ac:spMkLst>
        </pc:spChg>
        <pc:spChg chg="del">
          <ac:chgData name="abhinav karthik" userId="263ebe10101821a6" providerId="LiveId" clId="{B3A181D8-FF3B-497E-B5F4-1E6D2013B97D}" dt="2026-01-08T01:39:21.150" v="32" actId="478"/>
          <ac:spMkLst>
            <pc:docMk/>
            <pc:sldMk cId="3609098732" sldId="307"/>
            <ac:spMk id="15" creationId="{649F3617-DFA5-67F5-E47E-AB8C0DCFB815}"/>
          </ac:spMkLst>
        </pc:spChg>
        <pc:graphicFrameChg chg="add mod modGraphic">
          <ac:chgData name="abhinav karthik" userId="263ebe10101821a6" providerId="LiveId" clId="{B3A181D8-FF3B-497E-B5F4-1E6D2013B97D}" dt="2026-01-08T01:40:30.238" v="46" actId="14100"/>
          <ac:graphicFrameMkLst>
            <pc:docMk/>
            <pc:sldMk cId="3609098732" sldId="307"/>
            <ac:graphicFrameMk id="5" creationId="{CB64B9D1-6B2A-31AE-60CC-1292C6F6EC9D}"/>
          </ac:graphicFrameMkLst>
        </pc:graphicFrameChg>
      </pc:sldChg>
      <pc:sldChg chg="addSp delSp modSp add del mod">
        <pc:chgData name="abhinav karthik" userId="263ebe10101821a6" providerId="LiveId" clId="{B3A181D8-FF3B-497E-B5F4-1E6D2013B97D}" dt="2026-01-08T04:33:42.292" v="241" actId="47"/>
        <pc:sldMkLst>
          <pc:docMk/>
          <pc:sldMk cId="1366216912" sldId="308"/>
        </pc:sldMkLst>
        <pc:graphicFrameChg chg="del">
          <ac:chgData name="abhinav karthik" userId="263ebe10101821a6" providerId="LiveId" clId="{B3A181D8-FF3B-497E-B5F4-1E6D2013B97D}" dt="2026-01-08T01:41:22.560" v="48" actId="478"/>
          <ac:graphicFrameMkLst>
            <pc:docMk/>
            <pc:sldMk cId="1366216912" sldId="308"/>
            <ac:graphicFrameMk id="5" creationId="{37AA68DC-FF31-2290-4858-5FD0AD478F08}"/>
          </ac:graphicFrameMkLst>
        </pc:graphicFrameChg>
        <pc:graphicFrameChg chg="add mod modGraphic">
          <ac:chgData name="abhinav karthik" userId="263ebe10101821a6" providerId="LiveId" clId="{B3A181D8-FF3B-497E-B5F4-1E6D2013B97D}" dt="2026-01-08T01:41:50.879" v="54" actId="1076"/>
          <ac:graphicFrameMkLst>
            <pc:docMk/>
            <pc:sldMk cId="1366216912" sldId="308"/>
            <ac:graphicFrameMk id="7" creationId="{E15241BE-1F78-EED2-5C61-5325433252A6}"/>
          </ac:graphicFrameMkLst>
        </pc:graphicFrameChg>
      </pc:sldChg>
      <pc:sldChg chg="modSp add mod">
        <pc:chgData name="abhinav karthik" userId="263ebe10101821a6" providerId="LiveId" clId="{B3A181D8-FF3B-497E-B5F4-1E6D2013B97D}" dt="2026-01-08T01:47:25.509" v="92" actId="1076"/>
        <pc:sldMkLst>
          <pc:docMk/>
          <pc:sldMk cId="2175272006" sldId="309"/>
        </pc:sldMkLst>
        <pc:spChg chg="mod">
          <ac:chgData name="abhinav karthik" userId="263ebe10101821a6" providerId="LiveId" clId="{B3A181D8-FF3B-497E-B5F4-1E6D2013B97D}" dt="2026-01-08T01:47:25.509" v="92" actId="1076"/>
          <ac:spMkLst>
            <pc:docMk/>
            <pc:sldMk cId="2175272006" sldId="309"/>
            <ac:spMk id="5" creationId="{8E5EC03A-CDD5-B1FF-CA8D-A3B40DB951D3}"/>
          </ac:spMkLst>
        </pc:spChg>
      </pc:sldChg>
      <pc:sldChg chg="modSp add mod">
        <pc:chgData name="abhinav karthik" userId="263ebe10101821a6" providerId="LiveId" clId="{B3A181D8-FF3B-497E-B5F4-1E6D2013B97D}" dt="2026-01-08T01:59:58.890" v="181" actId="404"/>
        <pc:sldMkLst>
          <pc:docMk/>
          <pc:sldMk cId="4279260584" sldId="310"/>
        </pc:sldMkLst>
        <pc:spChg chg="mod">
          <ac:chgData name="abhinav karthik" userId="263ebe10101821a6" providerId="LiveId" clId="{B3A181D8-FF3B-497E-B5F4-1E6D2013B97D}" dt="2026-01-08T01:59:58.890" v="181" actId="404"/>
          <ac:spMkLst>
            <pc:docMk/>
            <pc:sldMk cId="4279260584" sldId="310"/>
            <ac:spMk id="3" creationId="{88DC92D2-BA68-41CC-5FA6-BC5318BA4D23}"/>
          </ac:spMkLst>
        </pc:spChg>
      </pc:sldChg>
      <pc:sldChg chg="addSp delSp modSp add mod">
        <pc:chgData name="abhinav karthik" userId="263ebe10101821a6" providerId="LiveId" clId="{B3A181D8-FF3B-497E-B5F4-1E6D2013B97D}" dt="2026-01-08T04:33:28.221" v="239" actId="2711"/>
        <pc:sldMkLst>
          <pc:docMk/>
          <pc:sldMk cId="3615457480" sldId="311"/>
        </pc:sldMkLst>
        <pc:spChg chg="del mod">
          <ac:chgData name="abhinav karthik" userId="263ebe10101821a6" providerId="LiveId" clId="{B3A181D8-FF3B-497E-B5F4-1E6D2013B97D}" dt="2026-01-08T02:05:33.119" v="207" actId="478"/>
          <ac:spMkLst>
            <pc:docMk/>
            <pc:sldMk cId="3615457480" sldId="311"/>
            <ac:spMk id="2" creationId="{8FDA49E5-0604-1EAF-EC3F-87B85326ECC7}"/>
          </ac:spMkLst>
        </pc:spChg>
        <pc:spChg chg="add">
          <ac:chgData name="abhinav karthik" userId="263ebe10101821a6" providerId="LiveId" clId="{B3A181D8-FF3B-497E-B5F4-1E6D2013B97D}" dt="2026-01-08T02:05:26.526" v="205"/>
          <ac:spMkLst>
            <pc:docMk/>
            <pc:sldMk cId="3615457480" sldId="311"/>
            <ac:spMk id="4" creationId="{E43983A5-6D33-3B5D-39FF-DBB74B34A459}"/>
          </ac:spMkLst>
        </pc:spChg>
        <pc:spChg chg="add mod">
          <ac:chgData name="abhinav karthik" userId="263ebe10101821a6" providerId="LiveId" clId="{B3A181D8-FF3B-497E-B5F4-1E6D2013B97D}" dt="2026-01-08T04:33:28.221" v="239" actId="2711"/>
          <ac:spMkLst>
            <pc:docMk/>
            <pc:sldMk cId="3615457480" sldId="311"/>
            <ac:spMk id="6" creationId="{834B8DCB-E792-7A51-F0EC-F39700D8BAB9}"/>
          </ac:spMkLst>
        </pc:spChg>
        <pc:spChg chg="mod">
          <ac:chgData name="abhinav karthik" userId="263ebe10101821a6" providerId="LiveId" clId="{B3A181D8-FF3B-497E-B5F4-1E6D2013B97D}" dt="2026-01-08T02:05:39.223" v="219" actId="20577"/>
          <ac:spMkLst>
            <pc:docMk/>
            <pc:sldMk cId="3615457480" sldId="311"/>
            <ac:spMk id="10" creationId="{01E11405-15A9-7FB2-8076-E210215771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AI based Network Defence System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C5402-9DDE-416A-A41C-5CE3887FBA72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CSE                           Mini-Project[BCS586]   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1BB76-901E-4D71-A2A7-FB563C3B7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AI based Network Defence System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3628C-0868-4C5B-85E3-3CD651D01C9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Dept. of CSE                           Mini-Project[BCS586]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EB0D2-C212-4AE1-B188-23C7DCAE8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44187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AI based Network Defence System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Dept. of CSE                           Mini-Project[BCS586]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B0D2-C212-4AE1-B188-23C7DCAE8155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9777-D2E3-7C40-526B-C243CA5AE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2399D-E69C-56D4-6F7D-5C477920E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CD992-1B06-8E7C-EB6F-5D37F905B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EEA6FB6-2DF4-D508-98F8-1C5405394A8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AI based Network Defence System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D9F5-A481-C959-B390-EA1681DEA2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Dept. of CSE                           Mini-Project[BCS586]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7FE8-941E-CCAD-F3ED-8E385973B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EB0D2-C212-4AE1-B188-23C7DCAE815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90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6A49C-518D-4C85-939E-9328A90928C1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1777-1BF2-47E0-99A2-5A1160CE1DF2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2B4C-B17E-4BE9-AE1D-6EEBDD60EF2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47C-1AA5-4DB9-83E4-F71BF503B40E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660CB-9EE8-4D5D-B999-9BD15A876E33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FE85-3535-4C28-A21C-B522F410EB6F}" type="datetime1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40B16-D51C-40BC-BD12-4E3C5C997083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85525-21F5-4AF2-8CCF-687C9F7F2C82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1F012-4C96-4C54-BACE-7E4B4E86261B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D395-DF11-4C1C-BE61-B1EE776D2152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A74D-4415-47AD-B8A9-89C7B0F9367F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5E072-DB4B-4CA8-966D-1ACA62859F24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7390E-FB1E-45CF-A40A-5C0DDC58032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201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2FC8B-A5F0-42E2-9117-1BA388FDCD4E}" type="slidenum">
              <a:rPr lang="en-IN" smtClean="0"/>
              <a:t>1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543812" y="601889"/>
            <a:ext cx="9104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UNIVERSITY, BELGAVI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VIVEKANADA INSTITUTE OF TECHNOLOGY</a:t>
            </a:r>
          </a:p>
        </p:txBody>
      </p:sp>
      <p:pic>
        <p:nvPicPr>
          <p:cNvPr id="1026" name="Picture 2" descr="VTU-Logo-250×250 – SJB INSTITUTE OF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316" y="14334"/>
            <a:ext cx="1563624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631373" y="1748333"/>
            <a:ext cx="85725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Phase 2 Presentation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3200" dirty="0" err="1">
                <a:solidFill>
                  <a:schemeClr val="accent1"/>
                </a:solidFill>
              </a:rPr>
              <a:t>BlindNav</a:t>
            </a:r>
            <a:r>
              <a:rPr lang="en-IN" sz="3200" dirty="0">
                <a:solidFill>
                  <a:schemeClr val="accent1"/>
                </a:solidFill>
              </a:rPr>
              <a:t>+:Real-Time Navigation System For the Blind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0393" y="4502525"/>
            <a:ext cx="6761988" cy="21457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5940" marR="1803400" algn="ctr">
              <a:lnSpc>
                <a:spcPct val="150000"/>
              </a:lnSpc>
              <a:spcBef>
                <a:spcPts val="15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</a:t>
            </a:r>
            <a:r>
              <a:rPr lang="en-US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Guidance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endParaRPr lang="en-IN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810" marR="258445" algn="ctr">
              <a:lnSpc>
                <a:spcPct val="150000"/>
              </a:lnSpc>
              <a:spcBef>
                <a:spcPts val="105"/>
              </a:spcBef>
            </a:pP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Mrs. Deepthi T K</a:t>
            </a:r>
          </a:p>
          <a:p>
            <a:pPr marL="257810" marR="258445" algn="ctr">
              <a:lnSpc>
                <a:spcPct val="150000"/>
              </a:lnSpc>
              <a:spcBef>
                <a:spcPts val="105"/>
              </a:spcBef>
            </a:pP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Assistant Professor</a:t>
            </a:r>
          </a:p>
          <a:p>
            <a:pPr marL="258445" marR="258445"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marL="258445" marR="258445" algn="ctr">
              <a:lnSpc>
                <a:spcPct val="150000"/>
              </a:lnSpc>
            </a:pPr>
            <a:endParaRPr lang="en-IN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8" y="287773"/>
            <a:ext cx="1365434" cy="1285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77" y="4538902"/>
            <a:ext cx="42065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	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(1VK22CS003)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Kavana A M	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(1VK22CS032)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D Abhinav Karthik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(1VK22CS037)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Mahalakshmi H N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(1VK22CS039)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97359" y="1122403"/>
            <a:ext cx="2787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1" y="1988791"/>
            <a:ext cx="7555528" cy="457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is an advanced assistive navigation system designed to help visually impaired individuals use public bus transportation independently and safely.</a:t>
            </a:r>
          </a:p>
          <a:p>
            <a:pPr algn="just"/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real-time guidance for bus identification, boarding, route tracking, and correct destination alerts using voice feedback.</a:t>
            </a:r>
          </a:p>
          <a:p>
            <a:pPr algn="just"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GPS-based navigation, real-time transit data (GTFS/GTFS -Realtime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/>
              <a:t> (General </a:t>
            </a:r>
            <a:r>
              <a:rPr lang="en-IN" dirty="0"/>
              <a:t>Transit Feed Specification)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AI-based voice assistance for end-to-end travel support.</a:t>
            </a:r>
          </a:p>
          <a:p>
            <a:pPr algn="just">
              <a:lnSpc>
                <a:spcPct val="150000"/>
              </a:lnSpc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is built with accessibility-first principles and supports hands-free interaction through speech recognition.</a:t>
            </a:r>
          </a:p>
          <a:p>
            <a:pPr lvl="1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BD84C1ED-19E3-EA56-9E66-CC0ECF17D0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421082" cy="242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10384-F502-81C1-C0B5-680B5B6FD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6" b="10183"/>
          <a:stretch>
            <a:fillRect/>
          </a:stretch>
        </p:blipFill>
        <p:spPr>
          <a:xfrm>
            <a:off x="7860329" y="1707178"/>
            <a:ext cx="3401290" cy="41121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4A90F0-81B8-5259-9502-D9DAD1F2A419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1AA638-98A5-C375-9F99-F05817EAD5C6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412" y="6454461"/>
            <a:ext cx="7794812" cy="365125"/>
          </a:xfrm>
        </p:spPr>
        <p:txBody>
          <a:bodyPr/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90381" y="1120889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FE7E08-748B-AD3D-ABB5-B0A17A089F9B}"/>
              </a:ext>
            </a:extLst>
          </p:cNvPr>
          <p:cNvSpPr txBox="1"/>
          <p:nvPr/>
        </p:nvSpPr>
        <p:spPr>
          <a:xfrm>
            <a:off x="3891569" y="1306299"/>
            <a:ext cx="4301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289A9-54D1-9E0C-9073-D9F1D42DBA69}"/>
              </a:ext>
            </a:extLst>
          </p:cNvPr>
          <p:cNvSpPr txBox="1"/>
          <p:nvPr/>
        </p:nvSpPr>
        <p:spPr>
          <a:xfrm>
            <a:off x="593669" y="1891074"/>
            <a:ext cx="1037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1">
              <a:buClr>
                <a:srgbClr val="000000"/>
              </a:buClr>
            </a:pPr>
            <a:endParaRPr lang="en-IN" altLang="en-US" b="1" dirty="0">
              <a:solidFill>
                <a:schemeClr val="dk1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A60A3C45-BB7A-6333-5C14-28EF3D212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302" y="2385491"/>
            <a:ext cx="985812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bus transportation systems rely heavily on visual information, making them inaccessible to visually impaired users.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correct bus and knowing when to board or disembark is difficult at crowded bus stops.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navigation applications lack real-time bus identification and complete journey assistance.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external assistance reduces safety, independence, and confidence of visually impaired commuters.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23957-06F3-B501-C04B-A3A344205ED6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DF980-C788-C0ED-B886-36E7098B8CB6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8401507" cy="365125"/>
          </a:xfrm>
        </p:spPr>
        <p:txBody>
          <a:bodyPr/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207189" y="6394764"/>
            <a:ext cx="2956712" cy="365125"/>
          </a:xfrm>
        </p:spPr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9" y="272535"/>
            <a:ext cx="931076" cy="813026"/>
          </a:xfrm>
          <a:prstGeom prst="rect">
            <a:avLst/>
          </a:prstGeom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86970" y="1159303"/>
            <a:ext cx="1210503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>
            <a:off x="-108444" y="6426200"/>
            <a:ext cx="12494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FE7E08-748B-AD3D-ABB5-B0A17A089F9B}"/>
              </a:ext>
            </a:extLst>
          </p:cNvPr>
          <p:cNvSpPr txBox="1"/>
          <p:nvPr/>
        </p:nvSpPr>
        <p:spPr>
          <a:xfrm>
            <a:off x="4586152" y="1328995"/>
            <a:ext cx="2385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itchFamily="18" charset="0"/>
              </a:rPr>
              <a:t>  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289A9-54D1-9E0C-9073-D9F1D42DBA69}"/>
              </a:ext>
            </a:extLst>
          </p:cNvPr>
          <p:cNvSpPr txBox="1"/>
          <p:nvPr/>
        </p:nvSpPr>
        <p:spPr>
          <a:xfrm>
            <a:off x="465550" y="2297112"/>
            <a:ext cx="11151485" cy="422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Accessibility Limitations: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public transport systems lack accessible real-time navigation support for visually impaired commuters.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Independent Navigation: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provides automated voice guidance and live bus tracking to support self-reliant travel.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Travel Safety: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bus identification and stop alerts reduce incorrect boarding and missed destinations.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Smart Transportation Systems: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integrates AI, GPS, and transit data to enable inclusive and intelligent public transport usage.</a:t>
            </a:r>
          </a:p>
          <a:p>
            <a:pPr lvl="0" algn="just" latinLnBrk="1">
              <a:buClr>
                <a:srgbClr val="000000"/>
              </a:buClr>
            </a:pPr>
            <a:endParaRPr lang="en-IN" altLang="en-US" b="1" dirty="0">
              <a:solidFill>
                <a:schemeClr val="dk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E855C3-B785-37FA-61C1-DE7FBF3EB18F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E7DF2-F0F2-AD08-BC36-5C9E79030B3D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92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5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90381" y="1120889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50015" y="1190183"/>
            <a:ext cx="5872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Gap identified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43020-8D71-B974-27D4-E52AA392911D}"/>
              </a:ext>
            </a:extLst>
          </p:cNvPr>
          <p:cNvSpPr txBox="1"/>
          <p:nvPr/>
        </p:nvSpPr>
        <p:spPr>
          <a:xfrm>
            <a:off x="490381" y="1870807"/>
            <a:ext cx="11292910" cy="442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navigation system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enables visually impaired individuals to use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bus transportation safely and independently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navigation support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bus stop identification, live bus tracking, and route monitoring using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transit data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user interaction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assistance, haptic feedback, and hands-free controls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boarding and disembarking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generating timely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alerts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boarding confirmation and destination arrival.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BA5C5-0F75-4FD2-F656-B9DA6987FC94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DCA48-8238-02BD-4378-E91892AA14FF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1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185A-F1A5-E8A3-103E-E6642213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C4710-7BE3-72DC-FA3B-E2F7A6AB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95F2E-BBAF-966F-336C-9F163C128A00}"/>
              </a:ext>
            </a:extLst>
          </p:cNvPr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>
            <a:extLst>
              <a:ext uri="{FF2B5EF4-FFF2-40B4-BE49-F238E27FC236}">
                <a16:creationId xmlns:a16="http://schemas.microsoft.com/office/drawing/2014/main" id="{90214883-3288-19ED-E3AF-33A79F495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A226A5-90D8-6D64-008F-AB092619C9EF}"/>
              </a:ext>
            </a:extLst>
          </p:cNvPr>
          <p:cNvCxnSpPr/>
          <p:nvPr/>
        </p:nvCxnSpPr>
        <p:spPr>
          <a:xfrm>
            <a:off x="490381" y="1120889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CBE03-8E5A-BC6A-7BF7-CB76224F8B48}"/>
              </a:ext>
            </a:extLst>
          </p:cNvPr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2572CE-4AC3-905C-9A7A-D4DB43F2BCEE}"/>
              </a:ext>
            </a:extLst>
          </p:cNvPr>
          <p:cNvSpPr txBox="1"/>
          <p:nvPr/>
        </p:nvSpPr>
        <p:spPr>
          <a:xfrm>
            <a:off x="3350015" y="1190183"/>
            <a:ext cx="5872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Gap identified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EC03A-CDD5-B1FF-CA8D-A3B40DB951D3}"/>
              </a:ext>
            </a:extLst>
          </p:cNvPr>
          <p:cNvSpPr txBox="1"/>
          <p:nvPr/>
        </p:nvSpPr>
        <p:spPr>
          <a:xfrm>
            <a:off x="444628" y="2160085"/>
            <a:ext cx="11292910" cy="311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Gap Identified from Existing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navigation apps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end-to-end assistance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visually impaired users during public bus travel.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real-time bus identification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incorrect boarding.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OCR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current solutions.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dependence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assistance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strangers or bus staff.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haptic feedback and hands-free interaction.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alerts for destination arrival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causing missed stops and safety risks.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79882-2F0D-F36A-2795-8959F19B6E11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2E80B-72EB-1A20-7AE3-68FC976FDCBB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27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2049" y="1337426"/>
            <a:ext cx="7076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1" y="1924665"/>
            <a:ext cx="461771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just" fontAlgn="base">
              <a:lnSpc>
                <a:spcPct val="200000"/>
              </a:lnSpc>
              <a:spcAft>
                <a:spcPts val="24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endParaRPr lang="en-IN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5460" y="1957060"/>
            <a:ext cx="516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0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904E7-BB42-34AA-D4E7-8EA8366D2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36" y="2518962"/>
            <a:ext cx="9932511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Smartphone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Rear camera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bus route recognition)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Microphone and speaker / earphones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voice interaction)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GB RAM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(Wi-Fi / Mobile data)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smartphone battery (3000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above)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EEE67-CE02-13D6-EB02-14D2894A9AE6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2C4B2-B600-D068-5090-6FFABF1A5D64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3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1924665"/>
            <a:ext cx="1076878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just" fontAlgn="base">
              <a:lnSpc>
                <a:spcPct val="200000"/>
              </a:lnSpc>
              <a:spcAft>
                <a:spcPts val="24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endParaRPr lang="en-IN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22640" y="1629400"/>
            <a:ext cx="57496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1000"/>
              </a:spcBef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53289-45A5-BEA6-9675-39579FB06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23825"/>
            <a:ext cx="7235536" cy="31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(Google Chrome / Edge / Firefox)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HTML5, CSS, 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(frontend development)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(backend services)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GTFS / GTFS-Realtime 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(live bus data)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&amp; Tesseract OCR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(bus route recognition)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(voice navigation)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Android / iOS (browser-based)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AD3D0-1971-FC20-83A0-336FDBD30E9A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03601-1B07-A2A8-EFB2-755DC5A99318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83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90381" y="6432550"/>
            <a:ext cx="7663019" cy="564403"/>
          </a:xfrm>
        </p:spPr>
        <p:txBody>
          <a:bodyPr/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  <a:p>
            <a:endParaRPr lang="en-IN" sz="1400" dirty="0"/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144471"/>
            <a:ext cx="863841" cy="81302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90381" y="1049169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4967" y="631606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F0E359-487B-1F57-7BA2-F3CC3F3073B7}"/>
              </a:ext>
            </a:extLst>
          </p:cNvPr>
          <p:cNvSpPr txBox="1"/>
          <p:nvPr/>
        </p:nvSpPr>
        <p:spPr>
          <a:xfrm>
            <a:off x="1066801" y="1394207"/>
            <a:ext cx="9372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/>
              <a:t>Software Design</a:t>
            </a:r>
            <a:endParaRPr lang="en-IN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C5A9209-E8B4-5365-6CC1-07A1AB996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2601471"/>
            <a:ext cx="106299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detects the user’s current location using GPS.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 Stop &amp; Route Identification: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Nearby bus stops and suitable bus routes are identified using transit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Guidance: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Voice and vibration alerts guide the user to the bus stop and during travel.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 Verification: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Camera-based OCR is used to confirm the correct bus route number.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Journey Monitoring &amp; Alerts: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tracks the journey and notifies the user at the destination stop.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D7742-0F00-9A93-3700-6865D5F73205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1ADD9-9421-EDAC-D941-C4136F68688C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90210" y="1190749"/>
            <a:ext cx="2979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78277-C3CD-7FC7-8278-81E08B0E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67" y="1935313"/>
            <a:ext cx="11467543" cy="3731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is implemented as 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accessible through modern web browsers on smartphones.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HTML5, CSS, and JavaScript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the frontend with accessibility-focused UI components.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Browser Geolocation 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utilized to obtain the user’s real-time latitude and longitude coordinates.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GTFS and GTFS-Realtime APIs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integrated to retrieve live bus routes, arrival times, and stop information.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Routing algorithms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compute the shortest path to the nearest bus stop based on GPS data.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(Web Speech API)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generates real-time voice navigation instructions.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OCR models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deployed on the server side to recognize bus route numbers from camera input.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RESTful APIs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 communication between the frontend and backend services.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implemented using Node.js/Python to process location data, transit data, and OCR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6F1CB-E6AB-B2E3-85C9-E3215F91E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220" y="234121"/>
            <a:ext cx="6943725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90381" y="6432550"/>
            <a:ext cx="7663019" cy="564403"/>
          </a:xfrm>
        </p:spPr>
        <p:txBody>
          <a:bodyPr/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  <a:p>
            <a:endParaRPr lang="en-IN" sz="1400" dirty="0"/>
          </a:p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144471"/>
            <a:ext cx="863841" cy="81302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90381" y="1049169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4967" y="631606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6AE3A203-501E-35BE-8A31-43895C72E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25" y="1621968"/>
            <a:ext cx="107601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&amp; Avoidance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can detect obstacles on the path (using smartphone sensors or camera) and provide haptic or audio alerts to help the user avoid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Transit Data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app fetches live bus schedules, delays, and route changes using APIs (e.g., GTFS-Realtime), ensuring accurate guidance.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B24105-378C-89A0-0E52-DBDE4921D46B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E2C69-B6D5-2E8F-1A97-3D16EA390008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8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57381" y="1510057"/>
            <a:ext cx="7745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Libraries: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C46F7-706D-666D-59BC-00F347C3487D}"/>
              </a:ext>
            </a:extLst>
          </p:cNvPr>
          <p:cNvSpPr txBox="1"/>
          <p:nvPr/>
        </p:nvSpPr>
        <p:spPr>
          <a:xfrm>
            <a:off x="925460" y="2393337"/>
            <a:ext cx="9124253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Tracking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fetches real-time latitude and longitude from the smartphone GPS.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user positioning, route tracking, and stop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navigation throughout the journey.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Nearest Bus Stop Detection (Haversine Algorithm)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between the user and nearby bus stops.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closest bus stop based on minimum distance.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the optimal boarding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Shortest Path Routing Algorithm (Dijkstra’s Algorithm)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the shortest and safest walking route to the bus stop.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road network data and map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turn-by-turn navigation guidance.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D32E3-01E1-FBEC-9602-3F9BAF660985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E4B4AE-3BC9-3134-50A6-AE81D336598A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DE81-2475-2870-B6B9-66F119D1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82392-0E08-4158-E4FC-D10DB0C2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B4D98-B65D-8EBB-D569-12E41395FEDE}"/>
              </a:ext>
            </a:extLst>
          </p:cNvPr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>
            <a:extLst>
              <a:ext uri="{FF2B5EF4-FFF2-40B4-BE49-F238E27FC236}">
                <a16:creationId xmlns:a16="http://schemas.microsoft.com/office/drawing/2014/main" id="{9797059B-74C4-5B1E-F1DA-3A0C20A22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9E67C0-14A6-73B9-5A99-3D1A88607BD7}"/>
              </a:ext>
            </a:extLst>
          </p:cNvPr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73FA92-8F02-AC4E-064F-03752A17ABFE}"/>
              </a:ext>
            </a:extLst>
          </p:cNvPr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CC2337-CEB9-B952-2CD8-8435789140F8}"/>
              </a:ext>
            </a:extLst>
          </p:cNvPr>
          <p:cNvSpPr txBox="1"/>
          <p:nvPr/>
        </p:nvSpPr>
        <p:spPr>
          <a:xfrm>
            <a:off x="1357381" y="1510057"/>
            <a:ext cx="7745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Libraries: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C92D2-BA68-41CC-5FA6-BC5318BA4D23}"/>
              </a:ext>
            </a:extLst>
          </p:cNvPr>
          <p:cNvSpPr txBox="1"/>
          <p:nvPr/>
        </p:nvSpPr>
        <p:spPr>
          <a:xfrm>
            <a:off x="925460" y="2393337"/>
            <a:ext cx="9124253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Real-Time Bus Tracking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GTFS-Realtime transit data to track live bus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updates arrival time and route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alerts when the bus approaches the stop.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Bus Route Number Recognition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and object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camera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verifies bus route numbers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boarding of incorrect buses.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Event-Based Alert Generation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key events such as bus arrival, boarding, and destination stop.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voice and vibration alerts at the correct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boarding and disembarking.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13AAD-CEC7-09F2-FFD4-5E7B702BFB9F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C3A0FA-0F87-C753-1BBD-F3ECCE08F0BC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26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68130" y="1322239"/>
            <a:ext cx="7445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20544" y="3675094"/>
            <a:ext cx="2487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9661F8-8EC7-424D-1612-AA2BC1658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40" y="2214626"/>
            <a:ext cx="1151312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AI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Image processing and camera input handling for bus number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TensorFlow Lite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Runs lightweight AI models for OCR and object detection on mobile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&amp; Mapping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Fetches map data and routes for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Services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real-time location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&amp; Accessibility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(Google TTS / pyttsx3)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navigation instructions into voice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voice commands and hands-free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 Data Processing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GTFS / GTFS-Realtime APIs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live bus schedules, routes, and delay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Parsing Libraries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real-time transit data efficiently.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E0342-A9B8-3B02-D7CF-868989E9B036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92C4A-1768-7B85-04E1-EF155F295FCA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2049" y="1337426"/>
            <a:ext cx="7076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FC5080-446B-D06E-8EE0-FDB832CFF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27" y="1860646"/>
            <a:ext cx="1054677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GPS data is analyzed to determine proximity to nearby bus stops.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movement patterns are used for accurate route guidance.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 Data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bus arrival and route data are analyzed to detect correct buses.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 deviations and delays are identified using live updates.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&amp; OCR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output is analyzed to confirm valid bus route numbers.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scores are used to reduce incorrect bus identification.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Journey Progress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 GPS data is compared with stop coordinates to track journey progress.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Upcoming and destination stops are identified in real time.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and accuracy are monitored to ensure real-time operation.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13A62-C7F7-2F72-6061-D5086391E1B9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C410F-4365-CAC0-DCE2-C30F2C5C646E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C428C7-7A3E-A853-64BC-15E30AD2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1" y="6432550"/>
            <a:ext cx="9286874" cy="365125"/>
          </a:xfrm>
        </p:spPr>
        <p:txBody>
          <a:bodyPr/>
          <a:lstStyle/>
          <a:p>
            <a:pPr algn="l"/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      Project Phase 2[BCS786]</a:t>
            </a:r>
          </a:p>
          <a:p>
            <a:endParaRPr lang="en-IN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F7B5F-CE8D-3E60-7441-11EAF302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3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4967" y="6321111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55641" y="1419225"/>
            <a:ext cx="3175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Expected Outcome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E8D2688-8BE5-2EC8-E650-411DA9566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219" y="2314087"/>
            <a:ext cx="9455727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bus travel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visually impaired users without external assistance.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voice-based navigation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bus stops and destinations.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bus arrival and stop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reduce missed buses and stops.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travel safety and user confidence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public transportation.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scalable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only a web-based system.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20F54-A6AB-1F33-26DC-6A50430FBB6B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97CA7-0931-969E-65A6-8597448C0D65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62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32394" y="1302199"/>
            <a:ext cx="5338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FC35D-3DEF-D942-805D-CE58F6E7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40" y="1667273"/>
            <a:ext cx="11066318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successfully delivers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web-based, real-time navigation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enables visually impaired users to travel independently using public buses.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GPS, real-time transit data, and voice-based guidance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accurate navigation from the user’s location to the destination stop.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bus route recognition using OCR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boarding errors and enhances user safety during public transport usage.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accessibility-first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it usable without visual interaction, supporting screen readers and voice output.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is cost-effective, scalable, and easily deployable without additional hardware or app installation.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mobility, confidence, and quality of life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visually impaired commuters.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7D1A4-2DCF-BFAB-C647-3510010F04BC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0B016-82EC-472F-06DF-5DC849F00E69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D0C63-C1E6-2E70-EACF-79FE39F9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D2876-BDA9-319F-8483-41A0B453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FCD74-D689-0DBD-CF30-FF83C7F20A3E}"/>
              </a:ext>
            </a:extLst>
          </p:cNvPr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>
            <a:extLst>
              <a:ext uri="{FF2B5EF4-FFF2-40B4-BE49-F238E27FC236}">
                <a16:creationId xmlns:a16="http://schemas.microsoft.com/office/drawing/2014/main" id="{215A6EE3-371D-D050-9478-AD5EB8D73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FCDE35-7018-CA7C-82CE-E01AEAA5B917}"/>
              </a:ext>
            </a:extLst>
          </p:cNvPr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DDB7B0-43C3-C09F-B1D0-F84D09D2B3A4}"/>
              </a:ext>
            </a:extLst>
          </p:cNvPr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E11405-15A9-7FB2-8076-E21021577143}"/>
              </a:ext>
            </a:extLst>
          </p:cNvPr>
          <p:cNvSpPr txBox="1"/>
          <p:nvPr/>
        </p:nvSpPr>
        <p:spPr>
          <a:xfrm>
            <a:off x="5132394" y="1302199"/>
            <a:ext cx="5338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83DED-37CF-A53F-4A16-6EC7A819A52F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657CD-5322-8AE3-0383-A64FE07C6F04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4B8DCB-E792-7A51-F0EC-F39700D8B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40" y="2000921"/>
            <a:ext cx="109567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Improve bus identification accuracy in low-light and crowded environments using deep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Multi-Transport Support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Extend navigation to metro, tram, and ride-sharing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Navigation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Enable cached maps and routes for use without continuous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Connect with IoT-enabled bus stops and traffic signals for real-time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Expansion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Integrate smartwatches, smart canes, and smart glasses for hands-free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Assistance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 for wider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Safety Features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Add obstacle detection and emergency SOS alerts.</a:t>
            </a:r>
          </a:p>
        </p:txBody>
      </p:sp>
    </p:spTree>
    <p:extLst>
      <p:ext uri="{BB962C8B-B14F-4D97-AF65-F5344CB8AC3E}">
        <p14:creationId xmlns:p14="http://schemas.microsoft.com/office/powerpoint/2010/main" val="3615457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7390E-FB1E-45CF-A40A-5C0DDC58032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5461" y="6387786"/>
            <a:ext cx="1034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CSE,VKIT			             Project Phase 2[BCS786]</a:t>
            </a:r>
          </a:p>
        </p:txBody>
      </p:sp>
      <p:pic>
        <p:nvPicPr>
          <p:cNvPr id="12" name="Picture 11" descr="A logo of a perso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0" y="234121"/>
            <a:ext cx="863841" cy="81302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299883" y="1184787"/>
            <a:ext cx="115922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4967" y="6387786"/>
            <a:ext cx="11592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994" y="3003162"/>
            <a:ext cx="9924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Aparajita" panose="02020603050405020304" pitchFamily="34" charset="0"/>
                <a:cs typeface="Aparajita" panose="02020603050405020304" pitchFamily="34" charset="0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46F329-E44C-6E82-CD96-E0F90ABD949F}"/>
              </a:ext>
            </a:extLst>
          </p:cNvPr>
          <p:cNvSpPr txBox="1"/>
          <p:nvPr/>
        </p:nvSpPr>
        <p:spPr>
          <a:xfrm>
            <a:off x="2799028" y="272535"/>
            <a:ext cx="6887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F58DB-C5C3-71FE-F86E-C393137670A7}"/>
              </a:ext>
            </a:extLst>
          </p:cNvPr>
          <p:cNvSpPr txBox="1"/>
          <p:nvPr/>
        </p:nvSpPr>
        <p:spPr>
          <a:xfrm>
            <a:off x="2824518" y="675908"/>
            <a:ext cx="661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BlindNav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Real-Time Navigation System For The Blind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14429</TotalTime>
  <Words>2237</Words>
  <Application>Microsoft Office PowerPoint</Application>
  <PresentationFormat>Widescreen</PresentationFormat>
  <Paragraphs>272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Aparajita</vt:lpstr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abhinav karthik</dc:creator>
  <cp:lastModifiedBy>abhinav karthik</cp:lastModifiedBy>
  <cp:revision>164</cp:revision>
  <dcterms:created xsi:type="dcterms:W3CDTF">2024-12-17T09:42:00Z</dcterms:created>
  <dcterms:modified xsi:type="dcterms:W3CDTF">2026-01-08T04:46:36Z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D702FA5B915D45B1A6939460C2E307EF_12</vt:lpwstr>
  </property>
  <property fmtid="{D5CDD505-2E9C-101B-9397-08002B2CF9AE}" pid="3" name="KSOProductBuildVer">
    <vt:lpwstr>1033-12.2.0.20795</vt:lpwstr>
  </property>
</Properties>
</file>